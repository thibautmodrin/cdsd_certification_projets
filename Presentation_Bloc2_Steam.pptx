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 ·  CERTIFICATION CDSD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Games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at Scale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exploratoire, descriptive et storytelling data (PySpark / Databricks)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 ·  RNCP35288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imbriqué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Steam brut sur S3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complexe, multi-niveaux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cloud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distribué Spark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d'un notebook local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Tidyiser le catalogue Steam, puis répondre à des questions métier : éditeurs, ratings,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(Covid), prix / remises, langues, âges, genres et qualité des avis.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2 — Analyse exploratoire, descriptive et inférentielle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d'analyse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walkSchema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fields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colonnes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ratings_score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× volume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Databricks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storytelling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Databricks · PySpark · S3 · pandas · display / viz cloud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s3://…/Project_Steam/steam_game_output.json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: notebook Databricks (Spark) — passage du local au Big Data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Tidying &amp;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nested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printSchema + walkSchema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Exploration récursive des champs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Exclusion ciblée de data.tags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 / cast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Colonnes extraites du JSON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Drop appid redondant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Prix / centimes → float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data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Comptage des nulls (toPandas)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Nettoyage langues / âges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Explode genres &amp; languages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questions métier explorées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Éditeurs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publie le plus de jeux 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7315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 jeux (score pondéré)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7315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 de sorties / effet Covid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7315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remises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6060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les plus supportées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14600" y="26060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5176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Âges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5176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interdits −16 / −18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6060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 ratio avis positifs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Databricks · Project Steam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Tidying JSON → displays interactifs (publishers, ratings, années, genres)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le notebook cloud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Databricks dans le repo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un display clé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Éditeurs / ratings_score / genres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le 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avis × volume (rank)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RNCP &amp; limites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couvertes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EDA descriptive sur données volumineuses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Tidying de schéma JSON imbriqué (Spark)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Stats &amp; agrégations (groupBy, Window)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Indicateur composite (ratings_score)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Storytelling via questions métier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Passage local → environnement Big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améliorations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absents du .ipynb local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screenshots Databricks / export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prix / discount à revoir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colonnes source distinctes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tests d'hypothèse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χ² / corrélations formelles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projet vide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 insights + lien cloud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Databricks seulement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39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export Plotly / PDF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2 — Steam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EDA Big Data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JSON brut aux insights métier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JSON → Spark tidying → 7 questions → storytelling Databricks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github.com/thibautmodrin/CDSD_Certification_Projets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 2 — Steam | Analyse exploratoire</dc:title>
  <dc:subject>RNCP35288 — Bloc 2 Analyse exploratoire, descriptive et inférentielle de données</dc:subject>
  <dc:creator>Thibaut Modrin</dc:creator>
  <cp:lastModifiedBy>Thibaut Modrin</cp:lastModifiedBy>
  <cp:revision>1</cp:revision>
  <dcterms:created xsi:type="dcterms:W3CDTF">2026-08-04T14:47:31Z</dcterms:created>
  <dcterms:modified xsi:type="dcterms:W3CDTF">2026-08-04T14:47:31Z</dcterms:modified>
</cp:coreProperties>
</file>