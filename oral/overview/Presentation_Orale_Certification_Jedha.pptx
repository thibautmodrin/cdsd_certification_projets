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 CERTIFICATION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mini-projets — RNCP35288 (Niveau 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Bootcamp  · 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l'oral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161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&amp; objectifs de certification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8196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des 8 mini-projets ↔ blocs RNCP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9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4780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Projet 1 — Kayak (pipeline data)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18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136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d'horizon — EDA, ML, DL, déploiement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76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Compétences, limites &amp; perspectives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de la certification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Collecter &amp; industrialiser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scraping, cloud (S3/RDS), pipelines reproductibles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&amp; visualiser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stats descriptives, storytelling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(structuré)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Régression, classification, clustering, métriques métier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(non structuré)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deep learning, transfer learning (BERT)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&amp; décider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FastAPI, dashboard, industrialisation 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un projet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business → livrable → recommandations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mini-projets · 6 blocs RNCP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Tinder EDA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B1–2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Spam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463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Getaround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B5–6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P1 — Kayak : le problème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voyageurs veulent plus d'infos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destination avant de réserver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abandonnent si météo / hôtels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insuffisamment renseignés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complet : collecter GPS + météo + hôtels pour 35 villes françaises,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les destinations, stocker en cloud (S3 + RDS) et visualiser sur une carte interactive.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1 — Infrastructure de gestion de données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pipeline Kayak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CCM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Python · requests · Scrapy · boto3 · SQLAlchemy · pandas · Plotly · dotenv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externalisés (.env) · rate limiting Scrapy · Free Tier AWS (S3 + db.t4g.micro)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Kayak — chiffres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FR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scrapés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(échantillon)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/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CCM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Havre)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ranking météo (CCM) + jointure hôtels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Bucket S3 + base MySQL RDS (table dbkayak)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interactive destinations + liens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Scrapy CLI (booking_scrap_final.py)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P2–P3 — Explorer les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Tinder / Speed Dating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EDA &amp; visualisation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speed dating (préférences, matchs)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waves 6–9 (échelle incompatible)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visualisations (genre, race, ordre des dates…)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: attributs désirables H/F, biais de match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4114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Steam (Big Data)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1–2 — volume &amp; 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Databricks (Spark)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/ tidying de données jeux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à l'échelle cloud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d'un volume local à un environnement Big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P4–P5 — Machine Learning supervisé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WALMART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des ventes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hebdomadaires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(α optimisé) · features store / holiday / fuel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+ régularisation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: R²  ·  Bloc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CONVERSION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l'inscription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&gt; XGB / RF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optimisé 0.96 · classe déséquilibrée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: pages visitées, source, pays  ·  Bloc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P6–P7 — Clustering &amp;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109728" cy="3749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· UBER NYC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de forte demande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spatial lat/lon (+ heure)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(k=6, elbow + silhouette)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(densité, outliers)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animées Plotly Mapbox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positionnement des chauffeurs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109728" cy="3749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· AT&amp;T SPAM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Détecteur SMS spam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classification binaire spam/ham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séquentiel simple → Acc. 97.9 %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: 0.92 (modèle simple)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transfer learning testé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données non structurées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— Getaround : industrialiser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5 &amp; 6 — Déploiement, automatisation, pilotage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6187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retards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d'un seuil (threshold) sur les check-in / check-out entre locations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3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848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pricing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Ridge pour estimer le prix de location d'un véhicule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62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2880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/predict — inférence en production avec artefacts joblib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3F1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pour explorer retards, pricing et scénarios métier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démontrées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Scraping · S3 · RDS · ETL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Stats · Storytelling viz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· Classif. · Clustering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TensorFlow · Transfer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Streamlit · Artefacts ML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· Livrables · Recos métier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pistes d'amélioration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Aujourd'hui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fragile (DOM Booking)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manuels (notebooks)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automatisés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parfois en public-read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DL à mieux calibrer (BERT)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(Airflow / Prefect)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tests unitaires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modèle en prod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&amp; versioning (DVC/MLflow)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cloud privé (IAM, signed URLs)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thibautmodrin/CDSD_Certification_Projets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Data Scientist — RNCP35288  ·  Jedha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Certification Jedha — Data Science &amp; IA</dc:title>
  <dc:subject>RNCP35288 — Présentation des mini-projets</dc:subject>
  <dc:creator>Thibaut Modrin</dc:creator>
  <cp:lastModifiedBy>Thibaut Modrin</cp:lastModifiedBy>
  <cp:revision>1</cp:revision>
  <dcterms:created xsi:type="dcterms:W3CDTF">2026-08-16T08:47:17Z</dcterms:created>
  <dcterms:modified xsi:type="dcterms:W3CDTF">2026-08-16T08:47:17Z</dcterms:modified>
</cp:coreProperties>
</file>