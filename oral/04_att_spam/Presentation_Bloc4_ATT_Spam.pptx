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4  ·  CERTIFICATION CDSD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AT&amp;T Spam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prédictive de données non structurées — NLP / Deep Learning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Jedha  ·  RNCP35288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business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Exposition constante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 SMS spam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automatique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vs ham (texte seul)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non structurées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SMS (spam.csv) · classification binaire · texte brut → nettoyage → embeddings → modèle DL.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du tabulaire (Bloc 3) au langage naturel (NLP).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RNCP · Bloc 4 — Analyse prédictive de données non structurées (IA)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4 — AT&amp;T Spam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Parcours NLP / Deep Learning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47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brut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texte nettoyé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73736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11" name="Shape 9"/>
          <p:cNvSpPr/>
          <p:nvPr/>
        </p:nvSpPr>
        <p:spPr>
          <a:xfrm>
            <a:off x="214884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214884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1051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1051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1000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7180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0040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17" name="Shape 15"/>
          <p:cNvSpPr/>
          <p:nvPr/>
        </p:nvSpPr>
        <p:spPr>
          <a:xfrm>
            <a:off x="361188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361188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7355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7355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Séquences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longueur fixe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3484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66344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23" name="Shape 21"/>
          <p:cNvSpPr/>
          <p:nvPr/>
        </p:nvSpPr>
        <p:spPr>
          <a:xfrm>
            <a:off x="507492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3659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3659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pooling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9788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12648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29" name="Shape 27"/>
          <p:cNvSpPr/>
          <p:nvPr/>
        </p:nvSpPr>
        <p:spPr>
          <a:xfrm>
            <a:off x="653796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9963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9963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6092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58952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35" name="Shape 33"/>
          <p:cNvSpPr/>
          <p:nvPr/>
        </p:nvSpPr>
        <p:spPr>
          <a:xfrm>
            <a:off x="800100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6" name="Text 34"/>
          <p:cNvSpPr/>
          <p:nvPr/>
        </p:nvSpPr>
        <p:spPr>
          <a:xfrm>
            <a:off x="800100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66267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66267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3337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: TensorFlow / Keras · tensorflow-text · TF Hub (BERT) · Plotly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65760" y="3794760"/>
            <a:ext cx="8412480" cy="777240"/>
          </a:xfrm>
          <a:prstGeom prst="roundRect">
            <a:avLst>
              <a:gd name="adj" fmla="val 7059"/>
            </a:avLst>
          </a:prstGeom>
          <a:solidFill>
            <a:srgbClr val="E6F4F5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3931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approches comparées : modèle séquentiel léger (Embedding + Dense) vs BERT pré-entraîné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: Binary Accuracy, Precision, Recall, F1-score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4 — AT&amp;T Spam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architectures confrontées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séquentiel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Léger &amp; from scratch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Embedding (dim 8)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GlobalMaxPooling1D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Dense 16 (ReLU)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0175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Dense 1 (sigmoid)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4290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Adam + BinaryCrossentropy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73152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 transfer learning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Pré-entraîné TF Hub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7830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Preprocessor BERT uncased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21945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Encoder → pooled_output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26060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Dropout 0.1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30175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Dense 1 (sigmoid)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34290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Fine-tuning 5 epochs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4 — AT&amp;T Spam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clés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2011680" cy="1783080"/>
          </a:xfrm>
          <a:prstGeom prst="roundRect">
            <a:avLst>
              <a:gd name="adj" fmla="val 4103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97.9 %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simple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777240"/>
            <a:ext cx="2011680" cy="1783080"/>
          </a:xfrm>
          <a:prstGeom prst="roundRect">
            <a:avLst>
              <a:gd name="adj" fmla="val 4103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1005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51760" y="1737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simple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777240"/>
            <a:ext cx="2011680" cy="1783080"/>
          </a:xfrm>
          <a:prstGeom prst="roundRect">
            <a:avLst>
              <a:gd name="adj" fmla="val 4103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005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87.8 %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46320" y="1737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(val)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49440" y="777240"/>
            <a:ext cx="2011680" cy="1783080"/>
          </a:xfrm>
          <a:prstGeom prst="roundRect">
            <a:avLst>
              <a:gd name="adj" fmla="val 4103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1005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0.18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040880" y="1737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(val)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fort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léger bat BERT sur ce dataset (taille limitée, spam/ham assez séparable).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 au Bloc 3 : un modèle simple et adapté peut surpasser un modèle plus complexe mal calibré.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4 — AT&amp;T Spam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 live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51560"/>
            <a:ext cx="841248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01_AT&amp;T_spam_detector_final.ipynb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live sur SMS neufs + tableau Sequential vs BERT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Montrer un SMS spam/ham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sigmoid du modèle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269748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2900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29000" y="3291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Courbes d'accuracy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vs val (Plotly)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269748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3291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comparatif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0.92 vs 0.18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4 — AT&amp;T Spam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Compétences RNCP &amp; limites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Compétences couvertes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NLP sur texte non structuré (SMS)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85623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Preprocessing texte (clean, token, pad)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295144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Réseau de neurones (Embedding + Dense)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734056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Transfer learning (BERT / TF Hub)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7296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Comparaison de modèles &amp; métriques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6118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Choix du modèle adapté à la donnée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73152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 &amp; améliorations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141732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mal calibré (F1 bas)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62763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plus d'epochs / LR / seuil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92024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réduit (~5k SMS)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213055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volume + données récentes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42316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Anglais uniquement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63347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multi-langue / multilingual BERT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92608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déploiement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13639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API FastAPI (lien Bloc 5)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42900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projet absent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63931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synthèse métriques + démo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4 — AT&amp;T Spam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détecteur spam NLP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rapide et efficace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+ Dense · Acc. 97.9 % · F1 0.92 · BERT testé en benchmark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github.com/thibautmodrin/CDSD_Certification_Projets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 4 — AT&amp;T Spam | Analyse prédictive non structurée</dc:title>
  <dc:subject>RNCP35288 — Bloc 4 Analyse prédictive de données non structurées par l'intelligence artificielle</dc:subject>
  <dc:creator>Thibaut Modrin</dc:creator>
  <cp:lastModifiedBy>Thibaut Modrin</cp:lastModifiedBy>
  <cp:revision>1</cp:revision>
  <dcterms:created xsi:type="dcterms:W3CDTF">2026-08-16T08:47:17Z</dcterms:created>
  <dcterms:modified xsi:type="dcterms:W3CDTF">2026-08-16T08:47:17Z</dcterms:modified>
</cp:coreProperties>
</file>