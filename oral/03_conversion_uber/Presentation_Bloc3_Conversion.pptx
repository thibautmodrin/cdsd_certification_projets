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3  ·  CERTIFICATION CDSD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Rate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Uber NYC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Supervisé (F1) + non supervisé (clustering spatial) — données structurées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Jedha  ·  RNCP35288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business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si un visiteur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s’inscrit à la newsletter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Métrique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(précision × rappel)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le F1 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« conversion » minoritaire → l’accuracy (~99 %) est trompeuse.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F1 mesure la capacité réelle à détecter les inscriptions sans exploser les faux positifs.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RNCP · Bloc 3 — Analyse prédictive de données structurées (IA)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3 — Conversion + Uber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Parcours de modélisation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Distrib.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73736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214884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214884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1051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1051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7180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0040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361188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361188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7355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7355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visitées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3484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66344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23" name="Shape 21"/>
          <p:cNvSpPr/>
          <p:nvPr/>
        </p:nvSpPr>
        <p:spPr>
          <a:xfrm>
            <a:off x="507492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4" name="Text 22"/>
          <p:cNvSpPr/>
          <p:nvPr/>
        </p:nvSpPr>
        <p:spPr>
          <a:xfrm>
            <a:off x="507492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3659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3659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 / RF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 / XGB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9788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12648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29" name="Shape 27"/>
          <p:cNvSpPr/>
          <p:nvPr/>
        </p:nvSpPr>
        <p:spPr>
          <a:xfrm>
            <a:off x="653796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9963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Seuil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9963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curve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F1 max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6092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589520" y="777240"/>
            <a:ext cx="1325880" cy="233172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35" name="Shape 33"/>
          <p:cNvSpPr/>
          <p:nvPr/>
        </p:nvSpPr>
        <p:spPr>
          <a:xfrm>
            <a:off x="8001000" y="960120"/>
            <a:ext cx="502920" cy="50292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36" name="Text 34"/>
          <p:cNvSpPr/>
          <p:nvPr/>
        </p:nvSpPr>
        <p:spPr>
          <a:xfrm>
            <a:off x="8001000" y="103327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662672" y="1645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662672" y="21031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test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insights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3337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: scikit-learn · XGBoost · pandas · Plotly · Pipeline + Grid/RandomizedSearch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65760" y="3794760"/>
            <a:ext cx="8412480" cy="777240"/>
          </a:xfrm>
          <a:prstGeom prst="roundRect">
            <a:avLst>
              <a:gd name="adj" fmla="val 7059"/>
            </a:avLst>
          </a:prstGeom>
          <a:solidFill>
            <a:srgbClr val="E6F4F5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3931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: country, age, new_user, source, total_pages_visited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· seuil de décision calibré sur la courbe précision-rappel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3 — Conversion + Uber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— leviers de conversion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27432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visitées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Plus forte corrélation numérique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Convertis naviguent davantage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Levier UX n°1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7772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777240"/>
            <a:ext cx="27432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868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 &amp; pays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1554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Direct &amp; SEO &gt; Ads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Écarts forts par pays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Chine / Allemagne distincts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77724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777240"/>
            <a:ext cx="27432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868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utilisateur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15544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new_user convertit moins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2194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Âge : effet modéré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Outliers âge &gt; 70 filtrés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3 — Conversion + Uber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clés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0.777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LogReg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(meilleur)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73152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914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51760" y="1600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optimal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 curve)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73152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914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46320" y="1600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49440" y="731520"/>
            <a:ext cx="201168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0" y="914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040880" y="1600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Comparaison des modèles (F1 optimisé)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3063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✅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3063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0.777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429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0" y="3429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0.773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3794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0.769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58000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0.725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3 — Conversion + Uber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 &amp; recommandations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 live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EDA_Model / 02_Modeling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+ comparaison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25603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Montrer le tableau F1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83464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 &gt; boosting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1546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34290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submission.csv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70332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Prédictions sur le test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 métier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46320" y="14630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Stimuler la navigation (pages / session)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21031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Renforcer SEO &amp; trafic direct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7432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Adapter les messages par pays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338328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Ajuster le seuil selon le coût métier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3 — Conversion + Uber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 NYC — clustering spatial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cas RNCP · Localisation de zones de densité géographique (non supervisé)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métier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zones 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demande pour positionner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chauffeurs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5544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Uber NYC 2014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 / Lon / DateTime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 heure, jour)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 C3.3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Élaborer un algorithme non supervisé pour segmenter la base en groupes homogènes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visualiser les densités géographiques (segmentation + viz cartographique).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3 — Conversion + Uber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 — KMeans &amp; DBSCAN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KMeans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6 (elbow + silhouette)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StandardScaler sur Lat / Lon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Choix de k via WCSS + silhouette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6 clusters de zones urbaines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Carte Mapbox animée / heure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4290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Vue macro des bassins de demande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DBSCAN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Densité + outliers (eps, min_samples)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7830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Clustering par densité locale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21945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Découpe par heure (sous-datasets)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26060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Détection des hotspots fins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0175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Outliers = courses isolées (−1)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4290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Complément idéal à KMeans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3 — Conversion + Uber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RNCP &amp; limites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études de cas BC03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C3.1 Pipeline Scikit-Learn (Conversion)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856232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C3.2 Supervisé déséquilibré (F1)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295144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C3.2 + Walmart (régression R²)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734056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C3.3 Non supervisé géo — Uber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17296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C3.4 Éval. / influence variables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Viz décisionnelle (seuils + cartes)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731520"/>
            <a:ext cx="416052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Limites &amp; améliorations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Déséquilibre (Conversion)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62763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SMOTE / class_weight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92024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F1-only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13055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coût FP/FN métier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4231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: peu d’outputs locaux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263347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rejouer cartes Mapbox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92608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sensible à eps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313639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grille de params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42900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suivi en prod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363931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monitoring drift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RNCP35288  ·  Bloc 3 — Conversion + Uber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Supervisé + non supervisé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 données structurées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· F1 0.777   ·   Uber · KMeans k=6 + DBSCAN (zones NYC)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Modrin  ·  github.com/thibautmodrin/CDSD_Certification_Projets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 3 — Conversion + Uber | Analyse prédictive structurée</dc:title>
  <dc:subject>RNCP35288 — Bloc 3 Analyse prédictive de données structurées par l'intelligence artificielle</dc:subject>
  <dc:creator>Thibaut Modrin</dc:creator>
  <cp:lastModifiedBy>Thibaut Modrin</cp:lastModifiedBy>
  <cp:revision>1</cp:revision>
  <dcterms:created xsi:type="dcterms:W3CDTF">2026-08-16T08:47:16Z</dcterms:created>
  <dcterms:modified xsi:type="dcterms:W3CDTF">2026-08-16T08:47:16Z</dcterms:modified>
</cp:coreProperties>
</file>