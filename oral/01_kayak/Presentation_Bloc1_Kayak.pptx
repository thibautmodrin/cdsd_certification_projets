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1  ·  CERTIFICATION CDSD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Your Trip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Kayak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et alimentation d'une infrastructure de gestion de données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Jedha  ·  RNCP35288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business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voyageurs veulent plus d'infos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la destination avant de réserver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1887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~32 %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84632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abandonnent si météo / hôtels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sont insuffisamment renseignés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 data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un pipeline bout-en-bout : collecter GPS + météo + hôtels pour 35 villes FR,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 les destinations, stocker en cloud (S3 + RDS) et visualiser sur une carte interactive.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RNCP · Bloc 1 — Infrastructure de gestion de données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1 — Kayak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du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747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73736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11" name="Shape 9"/>
          <p:cNvSpPr/>
          <p:nvPr/>
        </p:nvSpPr>
        <p:spPr>
          <a:xfrm>
            <a:off x="214884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214884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1051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Météo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1051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score CCM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7180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20040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17" name="Shape 15"/>
          <p:cNvSpPr/>
          <p:nvPr/>
        </p:nvSpPr>
        <p:spPr>
          <a:xfrm>
            <a:off x="361188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361188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7355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7355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cloud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3484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66344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23" name="Shape 21"/>
          <p:cNvSpPr/>
          <p:nvPr/>
        </p:nvSpPr>
        <p:spPr>
          <a:xfrm>
            <a:off x="507492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3659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3659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Booking.com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9788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12648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29" name="Shape 27"/>
          <p:cNvSpPr/>
          <p:nvPr/>
        </p:nvSpPr>
        <p:spPr>
          <a:xfrm>
            <a:off x="653796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9963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19963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entrepôt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6092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58952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35" name="Shape 33"/>
          <p:cNvSpPr/>
          <p:nvPr/>
        </p:nvSpPr>
        <p:spPr>
          <a:xfrm>
            <a:off x="800100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6" name="Text 34"/>
          <p:cNvSpPr/>
          <p:nvPr/>
        </p:nvSpPr>
        <p:spPr>
          <a:xfrm>
            <a:off x="800100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66267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Viz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66267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" y="33375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: Python · requests · Scrapy · boto3 · SQLAlchemy · pandas · Plotly · dotenv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65760" y="3794760"/>
            <a:ext cx="8412480" cy="777240"/>
          </a:xfrm>
          <a:prstGeom prst="roundRect">
            <a:avLst>
              <a:gd name="adj" fmla="val 7059"/>
            </a:avLst>
          </a:prstGeom>
          <a:solidFill>
            <a:srgbClr val="E6F4F5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39319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= Data Lake (fichiers bruts / nettoyés)   ·   RDS = Data Warehouse (table relationnelle)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externalisés (.env)  ·  Free Tier AWS (S3 + db.t4g.micro)  ·  rate limiting Scrapy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3" name="Text 41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1 — Kayak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 multi-sources &amp; ETL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27432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REST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Nominatim → lat / lon (35 villes)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OpenWeather → prévisions 7 jours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Score CCM (temp., nuages, pluie…)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77724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777240"/>
            <a:ext cx="27432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868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Scraping web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29000" y="1554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Spider Scrapy (Booking.com)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2194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Autothrottle + cache HTTP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2834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Note, URL, GPS des hôtels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77724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777240"/>
            <a:ext cx="27432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868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&amp; stockage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55080" y="1554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Nettoyage / jointure pandas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2194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Upload S3 (boto3)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2834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Chargement RDS (to_sql)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1 — Kayak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clés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2011680" cy="1783080"/>
          </a:xfrm>
          <a:prstGeom prst="roundRect">
            <a:avLst>
              <a:gd name="adj" fmla="val 4103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Villes FR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géocodées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777240"/>
            <a:ext cx="2011680" cy="1783080"/>
          </a:xfrm>
          <a:prstGeom prst="roundRect">
            <a:avLst>
              <a:gd name="adj" fmla="val 4103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1005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~310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651760" y="1737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Hôtels scrapés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(échantillon)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777240"/>
            <a:ext cx="2011680" cy="1783080"/>
          </a:xfrm>
          <a:prstGeom prst="roundRect">
            <a:avLst>
              <a:gd name="adj" fmla="val 4103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005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846320" y="1737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moyenne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hôtels / 10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49440" y="777240"/>
            <a:ext cx="2011680" cy="1783080"/>
          </a:xfrm>
          <a:prstGeom prst="roundRect">
            <a:avLst>
              <a:gd name="adj" fmla="val 4103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0" y="1005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040880" y="1737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CCM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 Havre)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Livrables produits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3246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CSV ranking météo (CCM) + jointure hôtels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3246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Bucket S3 + base MySQL RDS (table dbkayak)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657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Carte interactive destinations + liens Booking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3657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Spider Scrapy CLI (booking_scrap_final.py)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1 — Kayak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 live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51560"/>
            <a:ext cx="8412480" cy="1371600"/>
          </a:xfrm>
          <a:prstGeom prst="roundRect">
            <a:avLst>
              <a:gd name="adj" fmla="val 5333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 interactive Plotly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Destinations scorées (CCM) + marqueurs hôtels · filtres par ville / note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69748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7_Viz_Map.ipynb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météo + hôtels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269748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2900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29000" y="3291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Montrer un hôtel scrapé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Note, GPS, URL Booking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269748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936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3291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Optionnel : requête RDS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top destinations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1 — Kayak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Compétences RNCP &amp; limites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Compétences couvertes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Architecture Data Lake (S3) + Warehouse (RDS)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85623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Collecte multi-sources (API + scraping)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295144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ETL : nettoyage, jointure, chargement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734056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Sécurisation des credentials (.env)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17296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Viz décisionnelle (carte Plotly)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6118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Respect bonnes pratiques (rate limit, RGPD)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73152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Limites &amp; améliorations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141732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 fragile (DOM)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62763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sélecteurs / API officielle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92024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manuels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213055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Airflow / Prefect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42316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S3 parfois public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263347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IAM + signed URLs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92608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CCM simplifié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13639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pondération métier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42900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de tests auto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63931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tests spider + schéma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1 — Kayak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pipeline data complet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collecte au décisionnel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Scrapy → S3 (Lake) → RDS (Warehouse) → carte Plotly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github.com/thibautmodrin/CDSD_Certification_Projets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 1 — Kayak | Infrastructure de données</dc:title>
  <dc:subject>RNCP35288 — Bloc 1 Construction et alimentation d'une infrastructure de gestion de données</dc:subject>
  <dc:creator>Thibaut Modrin</dc:creator>
  <cp:lastModifiedBy>Thibaut Modrin</cp:lastModifiedBy>
  <cp:revision>1</cp:revision>
  <dcterms:created xsi:type="dcterms:W3CDTF">2026-08-16T08:47:16Z</dcterms:created>
  <dcterms:modified xsi:type="dcterms:W3CDTF">2026-08-16T08:47:16Z</dcterms:modified>
</cp:coreProperties>
</file>