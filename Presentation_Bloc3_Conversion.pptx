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Uber NYC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 (F1) + non supervisé (clustering spatial) — données structurées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si un visiteur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s’inscrit à la newsletter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(précision × rappel)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 F1 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« conversion » minoritaire → l’accuracy (~99 %) est trompeuse.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F1 mesure la capacité réelle à détecter les inscriptions sans exploser les faux positifs.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3 — Analyse prédictive de données structurées (IA)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de modélisation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Distrib.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visitées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/ RF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/ XGB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F1 max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insights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scikit-learn · XGBoost · pandas · Plotly · Pipeline + Grid/RandomizedSearch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: country, age, new_user, source, total_pages_visited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· seuil de décision calibré sur la courbe précision-rappel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leviers de conversion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visitées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Plus forte corrélation numérique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Convertis naviguent davantage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Levier UX n°1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&amp; pays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Direct &amp; SEO &gt; Ads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Écarts forts par pays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Chine / Allemagne distincts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utilisateur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new_user convertit moins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Âge : effet modéré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Outliers âge &gt; 70 filtrés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LogReg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(meilleur)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7315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optimal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 curve)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315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7315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des modèles (F1 optimisé)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&amp; recommandations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EDA_Model / 02_Modeling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comparaison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le tableau F1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&gt; boosting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submission.csv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 sur le 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 métier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Stimuler la navigation (pages / session)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Renforcer SEO &amp; trafic direct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Adapter les messages par pays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Ajuster le seuil selon le coût métier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NYC — clustering spatial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RNCP · Localisation de zones de densité géographique (non supervisé)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métier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zones 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demande pour positionner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chauffeurs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Uber NYC 2014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/ Lon / DateTime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heure, jour)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 C3.3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Élaborer un algorithme non supervisé pour segmenter la base en groupes homogènes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visualiser les densités géographiques (segmentation + viz cartographique).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— KMeans &amp; DBSCAN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 (elbow + silhouette)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StandardScaler sur Lat / Lon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Choix de k via WCSS + silhouette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 clusters de zones urbaines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Carte Mapbox animée / heure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Vue macro des bassins de demande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+ outliers (eps, min_samples)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Clustering par densité locale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Découpe par heure (sous-datasets)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Détection des hotspots fins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Outliers = courses isolées (−1)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Complément idéal à KMeans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études de cas BC03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C3.1 Pipeline Scikit-Learn (Conversion)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C3.2 Supervisé déséquilibré (F1)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C3.2 + Walmart (régression R²)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C3.3 Non supervisé géo — Uber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C3.4 Éval. / influence variables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Viz décisionnelle (seuils + cartes)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(Conversion)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SMOTE / class_weight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F1-only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coût FP/FN métier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: peu d’outputs locaux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rejouer cartes Mapbox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sensible à 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grille de params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en prod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monitoring drift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Supervisé + non supervisé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données structurées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· F1 0.777   ·   Uber · KMeans k=6 + DBSCAN (zones NYC)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3 — Conversion + Uber | Analyse prédictive structurée</dc:title>
  <dc:subject>RNCP35288 — Bloc 3 Analyse prédictive de données structurées par l'intelligence artificielle</dc:subject>
  <dc:creator>Thibaut Modrin</dc:creator>
  <cp:lastModifiedBy>Thibaut Modrin</cp:lastModifiedBy>
  <cp:revision>1</cp:revision>
  <dcterms:created xsi:type="dcterms:W3CDTF">2026-08-04T15:09:29Z</dcterms:created>
  <dcterms:modified xsi:type="dcterms:W3CDTF">2026-08-04T15:09:29Z</dcterms:modified>
</cp:coreProperties>
</file>