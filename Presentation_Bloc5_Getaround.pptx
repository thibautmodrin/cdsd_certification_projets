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5  ·  CERTIFICATION CDSD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Getaround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 Production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 d'un algorithme &amp; automatisation des décisions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 ·  RNCP35288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business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le prix 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d'un véhicule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Opérations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l'impact d'un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sur les retards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industrialisation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du notebook à une app utilisable métier : API de prédiction + dashboard décisionnel.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RNCP BC05 : construction et mise en production d'une application web d'IA.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5 — Industrialisation &amp; automatisation des décisions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déploiement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reg.pkl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feature_order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FastAPI · uvicorn · joblib · scikit-learn · Streamlit · Plotly · pytest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livrables distincts : API pricing (inférence) + dashboard retards (décision métier)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déploiement : Hugging Face Spaces / PaaS (API + Streamlit séparés)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FastAPI &amp; Dashboard Streamlit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pricing (C5.2)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/predict → prix estimé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/health + /model/feature_order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Pipeline Ridge + artefacts joblib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Validation schéma &amp; nb 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(C5.3)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Slider threshold (0–120 min)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% conflits / % résolus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Histo retards + courbe efficacité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Scope All cars / Connect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train.py reproductible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requirements.txt + README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tests/test_api_local.py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Structure app/ dashboard/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pricing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(Pipeline sklearn)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/predict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prod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métier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 checkout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4088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Streamlit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séparables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 métier peut faire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Estimer un prix via curl / Swagger (/docs)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Simuler un seuil de buffer entre locations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Comparer All cars vs Connect only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Réentraîner : python app/model/train.py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/docs + Streamlit threshold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pricing en live · simulation d'impact opérationnel des retards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 app.main:app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→ POST /predict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run 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threshold + KPIs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: URL HF Spaces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déjà déployé en ligne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RNCP &amp; limites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couvertes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C5.2 API de prédiction (FastAPI)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C5.3 App web métier (Streamlit)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Artefacts modèle versionnés (joblib)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Automatisation décision (threshold)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Env. reproductible (requirements)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C5.1 MLflow → projet HPP (renfort)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améliorations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MLflow absents ici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citer HPP (MLflow Space)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 à confirmer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HF Spaces API + dash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non commités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train avant démo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CI/CD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GitHub Actions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drift absent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39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logs + alertes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5 — Getaround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modèle au produit 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dashboard métier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→ joblib → FastAPI /predict → Streamlit threshold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github.com/thibautmodrin/CDSD_Certification_Projets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 5 — Getaround | Industrialisation ML</dc:title>
  <dc:subject>RNCP35288 — Bloc 5 Industrialisation d'un algorithme d'apprentissage automatique</dc:subject>
  <dc:creator>Thibaut Modrin</dc:creator>
  <cp:lastModifiedBy>Thibaut Modrin</cp:lastModifiedBy>
  <cp:revision>1</cp:revision>
  <dcterms:created xsi:type="dcterms:W3CDTF">2026-08-04T15:16:40Z</dcterms:created>
  <dcterms:modified xsi:type="dcterms:W3CDTF">2026-08-04T15:16:40Z</dcterms:modified>
</cp:coreProperties>
</file>