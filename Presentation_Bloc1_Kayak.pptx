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Your Trip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Kayak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et alimentation d'une infrastructure de gestion de données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voyageurs veulent plus d'infos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destination avant de réserver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abandonnent si météo / hôtels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insuffisamment renseignés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bout-en-bout : collecter GPS + météo + hôtels pour 35 villes FR,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les destinations, stocker en cloud (S3 + RDS) et visualiser sur une carte interactive.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1 — Infrastructure de gestion de données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CCM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Python · requests · Scrapy · boto3 · SQLAlchemy · pandas · Plotly · dotenv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= Data Lake (fichiers bruts / nettoyés)   ·   RDS = Data Warehouse (table relationnelle)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externalisés (.env)  ·  Free Tier AWS (S3 + db.t4g.micro)  ·  rate limiting Scrapy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multi-sources &amp; ETL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Nominatim → lat / lon (35 villes)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OpenWeather → prévisions 7 jours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CCM (temp., nuages, pluie…)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Spider Scrapy (Booking.com)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Autothrottle + cache HTTP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Note, URL, GPS des hôtels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&amp; stockage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Nettoyage / jointure pandas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S3 (boto3)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Chargement RDS (to_sql)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FR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scrapés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(échantillon)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/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CCM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Havre)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produits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ranking météo (CCM) + jointure hôtels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Bucket S3 + base MySQL RDS (table dbkayak)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interactive destinations + liens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Spider Scrapy CLI (booking_scrap_final.py)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 Plotly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scorées (CCM) + marqueurs hôtels · filtres par ville / note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7_Viz_Map.ipynb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météo + hôtels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hôtel scrapé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GPS, URL Booking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Optionnel : requête 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destinations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Data Lake (S3) + Warehouse (RDS)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Collecte multi-sources (API + scraping)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ETL : nettoyage, jointure, chargement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Sécurisation des credentials (.env)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Viz décisionnelle (carte Plotly)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Respect bonnes pratiques (rate limit, RGPD)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fragile (DOM)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sélecteurs / API officielle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manuels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Airflow / Prefect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S3 parfois public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IAM + signed URLs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CCM simplifié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pondération métier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auto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tests spider + schéma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data complet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collecte au décisionnel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Scrapy → S3 (Lake) → RDS (Warehouse) → carte Plotly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1 — Kayak | Infrastructure de données</dc:title>
  <dc:subject>RNCP35288 — Bloc 1 Construction et alimentation d'une infrastructure de gestion de données</dc:subject>
  <dc:creator>Thibaut Modrin</dc:creator>
  <cp:lastModifiedBy>Thibaut Modrin</cp:lastModifiedBy>
  <cp:revision>1</cp:revision>
  <dcterms:created xsi:type="dcterms:W3CDTF">2026-08-04T14:02:14Z</dcterms:created>
  <dcterms:modified xsi:type="dcterms:W3CDTF">2026-08-04T14:02:14Z</dcterms:modified>
</cp:coreProperties>
</file>